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CFO月度财务评审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业务本体知识文档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一、收入与利润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当月收入：1,250万（同比+18%）✓</a:t>
            </a:r>
          </a:p>
          <a:p>
            <a:pPr lvl="1"/>
            <a:r>
              <a:t>毛利率：34.4%（目标32%）✓</a:t>
            </a:r>
          </a:p>
          <a:p>
            <a:pPr lvl="1"/>
            <a:r>
              <a:t>净利润：210万（利润率16.8%）</a:t>
            </a:r>
          </a:p>
          <a:p>
            <a:pPr lvl="1"/>
            <a:r>
              <a:t>费用率：17.6%（目标&lt;20%）✓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二、现金流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期末现金余额：1,150万（安全线：500万）✓</a:t>
            </a:r>
          </a:p>
          <a:p>
            <a:pPr lvl="1"/>
            <a:r>
              <a:t>经营活动现金净流入：320万</a:t>
            </a:r>
          </a:p>
          <a:p>
            <a:pPr lvl="1"/>
            <a:r>
              <a:t>应收账款周转天数：38天（目标45天）✓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三、预算超支预警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市场营销部：超预算12%，已冻结；需CFO特批</a:t>
            </a:r>
          </a:p>
          <a:p>
            <a:pPr lvl="1"/>
            <a:r>
              <a:t>产品研发部：预算使用率88%，正常</a:t>
            </a:r>
          </a:p>
          <a:p>
            <a:pPr lvl="1"/>
            <a:r>
              <a:t>销售部：预算使用率95%，预警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四、应收账款风险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90天以上逾期：360万（含3家高风险客户）</a:t>
            </a:r>
          </a:p>
          <a:p>
            <a:pPr lvl="1"/>
            <a:r>
              <a:t>已启动法务催收：2家，金额120万</a:t>
            </a:r>
          </a:p>
          <a:p>
            <a:pPr lvl="1"/>
            <a:r>
              <a:t>本月计提坏账准备：55万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五、下月重点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完成年度税务汇算：5月31日截止</a:t>
            </a:r>
          </a:p>
          <a:p>
            <a:pPr lvl="1"/>
            <a:r>
              <a:t>审计配合：外部审计进场5月20日</a:t>
            </a:r>
          </a:p>
          <a:p>
            <a:pPr lvl="1"/>
            <a:r>
              <a:t>推进ERP升级：财务模块上线测试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