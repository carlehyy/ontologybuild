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法务季度工作汇报 v2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业务本体知识文档 v2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一、法律实体全景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核心实体：合同（186份有效）、知识产权（60项IP）、争议案件（12件在审）、合规检查（月度覆盖）、法律法规（监控40项）</a:t>
            </a:r>
          </a:p>
          <a:p>
            <a:pPr lvl="1"/>
            <a:r>
              <a:t>法务团队：GC（1）→ 法务总监（1）→ 法务专员（合同/IP/劳动各1）</a:t>
            </a:r>
          </a:p>
          <a:p>
            <a:pPr lvl="1"/>
            <a:r>
              <a:t>外部支持：金杜律师事务所（重大诉讼）、君合律师事务所（IP）、中伦律师事务所（劳动）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二、合同管理 — 实体关系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合同→法务专员（审核关系）：专员A负责采购128份，专员B负责销售/服务58份</a:t>
            </a:r>
          </a:p>
          <a:p>
            <a:pPr lvl="1"/>
            <a:r>
              <a:t>合同→争议案件（触发关系）：6.5%的合同产生过争议（行业均值12%）</a:t>
            </a:r>
          </a:p>
          <a:p>
            <a:pPr lvl="1"/>
            <a:r>
              <a:t>合同→CFO/CEO（签署关系）：本季度CEO级别签署15份（全部&gt;100万）</a:t>
            </a:r>
          </a:p>
          <a:p>
            <a:pPr lvl="1"/>
            <a:r>
              <a:t>关键风险：3份合同到期预警未启动续约谈判 → 已触发紧急提醒动作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三、知识产权 — 实体状态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已授权专利：35件（发明18+实用新型17）→ 关系：全部与研发部门员工关联</a:t>
            </a:r>
          </a:p>
          <a:p>
            <a:pPr lvl="1"/>
            <a:r>
              <a:t>商标：15件已注册，3件申请中 → 关系：IP法务专员负责年费缴纳监控</a:t>
            </a:r>
          </a:p>
          <a:p>
            <a:pPr lvl="1"/>
            <a:r>
              <a:t>年费风险：2件专利年费待缴（30天内）→ 已触发：年费缴纳提醒动作</a:t>
            </a:r>
          </a:p>
          <a:p>
            <a:pPr lvl="1"/>
            <a:r>
              <a:t>侵权应对：1起竞争对手侵权 → 已触发：律师函发送、IP诉讼工单创建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四、争议案件 — 关系与动作追踪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12件在审：8件合同违约（→关联具体合同）、4件劳动争议（→关联员工档案）</a:t>
            </a:r>
          </a:p>
          <a:p>
            <a:pPr lvl="1"/>
            <a:r>
              <a:t>外部律所委托：5件（金额&gt;50万）→ 关系：案件→律所委托协议→月度汇报</a:t>
            </a:r>
          </a:p>
          <a:p>
            <a:pPr lvl="1"/>
            <a:r>
              <a:t>自动化动作执行情况：本季度触发「催款函」8次、「仲裁申请」2次、「财产保全」1次</a:t>
            </a:r>
          </a:p>
          <a:p>
            <a:pPr lvl="1"/>
            <a:r>
              <a:t>动作成功率：律师函发送→70%完成还款；仲裁申请→均在受理阶段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五、合规与自动化动作统计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本季度合规检查：28次，发现高风险2项（已整改）、中风险7项（整改中）</a:t>
            </a:r>
          </a:p>
          <a:p>
            <a:pPr lvl="1"/>
            <a:r>
              <a:t>自动化动作执行：到期提醒48次、合同冻结拦截3次、数据删除请求响应5次</a:t>
            </a:r>
          </a:p>
          <a:p>
            <a:pPr lvl="1"/>
            <a:r>
              <a:t>PIPL合规：响应用户删除权申请5次（平均12天完成，目标30天内）</a:t>
            </a:r>
          </a:p>
          <a:p>
            <a:pPr lvl="1"/>
            <a:r>
              <a:t>下季度重点：完成2件竞业限制诉讼、启动5件核心技术专利申请、全员合规培训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