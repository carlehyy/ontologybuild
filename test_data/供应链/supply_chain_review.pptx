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供应链季度运营评审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业务本体知识文档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一、核心KPI达成情况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采购准时率：96.8%（目标95%）✓</a:t>
            </a:r>
          </a:p>
          <a:p>
            <a:pPr lvl="1"/>
            <a:r>
              <a:t>库存周转天数：42天（目标45天）✓</a:t>
            </a:r>
          </a:p>
          <a:p>
            <a:pPr lvl="1"/>
            <a:r>
              <a:t>供应商质量合格率：98.7%（目标98%）✓</a:t>
            </a:r>
          </a:p>
          <a:p>
            <a:pPr lvl="1"/>
            <a:r>
              <a:t>采购成本节约率：3.2%（目标3%）✓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二、供应商评级变动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S级：3家（天钢、芯联、聚合）—维持</a:t>
            </a:r>
          </a:p>
          <a:p>
            <a:pPr lvl="1"/>
            <a:r>
              <a:t>A级：3家（华晟、明远、广联）—维持</a:t>
            </a:r>
          </a:p>
          <a:p>
            <a:pPr lvl="1"/>
            <a:r>
              <a:t>B级升A：新华材料（连续3季度达标）</a:t>
            </a:r>
          </a:p>
          <a:p>
            <a:pPr lvl="1"/>
            <a:r>
              <a:t>C级降级：联达纸业（准时率连续2季度&lt;85%）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三、库存预警情况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铝合金库存88吨，低于安全库存100吨 ⚠ 已触发补货申请PO-2026-0504</a:t>
            </a:r>
          </a:p>
          <a:p>
            <a:pPr lvl="1"/>
            <a:r>
              <a:t>电子芯片库存42000件，低于安全库存50000件 ⚠ 紧急采购启动</a:t>
            </a:r>
          </a:p>
          <a:p>
            <a:pPr lvl="1"/>
            <a:r>
              <a:t>热轧钢板库存正常（185/200吨）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四、质量事故处理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东盛化工3月批次合格率92%（低于96%阈值），已触发整改</a:t>
            </a:r>
          </a:p>
          <a:p>
            <a:pPr lvl="1"/>
            <a:r>
              <a:t>联达纸业纸箱压力测试不合格，启动全批次隔离（影响库存28000件）</a:t>
            </a:r>
          </a:p>
          <a:p>
            <a:pPr lvl="1"/>
            <a:r>
              <a:t>索赔流程已启动，预计赔付金额8万元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五、下季度重点工作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完成2家A级供应商替换铝合金二供认证</a:t>
            </a:r>
          </a:p>
          <a:p>
            <a:pPr lvl="1"/>
            <a:r>
              <a:t>推进ERP与供应商系统直连，实现库存可视化</a:t>
            </a:r>
          </a:p>
          <a:p>
            <a:pPr lvl="1"/>
            <a:r>
              <a:t>建立供应商专项改善辅导机制（针对B级供应商）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