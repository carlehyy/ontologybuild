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人力资源季度报告 v2 — 含动作追踪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业务本体知识文档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一、实体关系概览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员工386人 → 分布在6个部门 → 汇报给各自直属Leader → HR BP服务</a:t>
            </a:r>
          </a:p>
          <a:p>
            <a:pPr lvl="1"/>
            <a:r>
              <a:t>职级覆盖：P4(18%)、P5(42%)、P6(28%)、P7(10%)、P8(2%)</a:t>
            </a:r>
          </a:p>
          <a:p>
            <a:pPr lvl="1"/>
            <a:r>
              <a:t>实体关联：每员工关联：绩效评估记录、薪资档案、晋升历史、培训记录</a:t>
            </a:r>
          </a:p>
          <a:p>
            <a:pPr lvl="1"/>
            <a:r>
              <a:t>PIP实体：5个活跃PIP（关联员工+HR BP+法务审核状态）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二、系统动作执行统计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本季度触发动作总计：248次</a:t>
            </a:r>
          </a:p>
          <a:p>
            <a:pPr lvl="1"/>
            <a:r>
              <a:t>调薪单生成：34次（S级9人×2动作，A级16人×1动作）</a:t>
            </a:r>
          </a:p>
          <a:p>
            <a:pPr lvl="1"/>
            <a:r>
              <a:t>PIP流程动作：5套×6步骤=30次（含通知书/中期检查/法务审核）</a:t>
            </a:r>
          </a:p>
          <a:p>
            <a:pPr lvl="1"/>
            <a:r>
              <a:t>入职自动化：8人入职×7步动作=56次（工号/邮箱/权限/欢迎邮件等）</a:t>
            </a:r>
          </a:p>
          <a:p>
            <a:pPr lvl="1"/>
            <a:r>
              <a:t>离职自动化：18人离职×5步动作=90次（含P6级别竞业检查3次）</a:t>
            </a:r>
          </a:p>
          <a:p>
            <a:pPr lvl="1"/>
            <a:r>
              <a:t>留存预警动作：23人高风险→23次面谈任务+23次留存方案提交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三、招聘自动化动作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超期预警触发：3次（HC-002/003/004超期7天，动作：通知VP+猎头评估）</a:t>
            </a:r>
          </a:p>
          <a:p>
            <a:pPr lvl="1"/>
            <a:r>
              <a:t>背景调查：8次（均通过，0次撤回Offer）</a:t>
            </a:r>
          </a:p>
          <a:p>
            <a:pPr lvl="1"/>
            <a:r>
              <a:t>入职权限开通：8次（100%在入职当天完成）</a:t>
            </a:r>
          </a:p>
          <a:p>
            <a:pPr lvl="1"/>
            <a:r>
              <a:t>Offer撤回动作：0次（本季度无背调不通过）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四、关键动作链路追踪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EMP0023：绩效C×2 → PIP启动 → 30天检查「部分达标」→ 60天预警发送VP → 进行中</a:t>
            </a:r>
          </a:p>
          <a:p>
            <a:pPr lvl="1"/>
            <a:r>
              <a:t>EMP0045：P6离职申请 → 冻结72h → HR BP反offer评估 → 调薪单提交VP → 留存成功</a:t>
            </a:r>
          </a:p>
          <a:p>
            <a:pPr lvl="1"/>
            <a:r>
              <a:t>EMP0038：离职通过 → 交接清单 → 离职面谈 → 账号封禁（24:00）→ 竞业检查 → 社保停缴</a:t>
            </a:r>
          </a:p>
          <a:p>
            <a:pPr lvl="1"/>
            <a:r>
              <a:t>HC-005（P7架构师）：超期65天 → 猎头渠道开启 → 仍在招聘，预计下季度到岗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五、下季度计划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自动化升级：将「薪资竞争力分析」改为月度自动触发（当前为季度手动）</a:t>
            </a:r>
          </a:p>
          <a:p>
            <a:pPr lvl="1"/>
            <a:r>
              <a:t>PIP动作优化：增加「律师函模板」自动生成（当前需法务手工起草）</a:t>
            </a:r>
          </a:p>
          <a:p>
            <a:pPr lvl="1"/>
            <a:r>
              <a:t>晋升动作改进：P6→P7审批预计从45天缩短至30天（流程节点优化）</a:t>
            </a:r>
          </a:p>
          <a:p>
            <a:pPr lvl="1"/>
            <a:r>
              <a:t>招聘预警优化：超期3天即触发预警（当前为7天），提前干预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