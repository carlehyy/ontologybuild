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学院学术质量年度报告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业务本体知识文档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一、学生规模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在读学生：2,380人</a:t>
            </a:r>
          </a:p>
          <a:p>
            <a:pPr lvl="1"/>
            <a:r>
              <a:t>本年度新生：620人</a:t>
            </a:r>
          </a:p>
          <a:p>
            <a:pPr lvl="1"/>
            <a:r>
              <a:t>毕业生：580人</a:t>
            </a:r>
          </a:p>
          <a:p>
            <a:pPr lvl="1"/>
            <a:r>
              <a:t>留级率：3.2%（行业均值4%）✓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二、学业成绩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平均GPA：3.12</a:t>
            </a:r>
          </a:p>
          <a:p>
            <a:pPr lvl="1"/>
            <a:r>
              <a:t>GPA≥3.5优秀率：22%</a:t>
            </a:r>
          </a:p>
          <a:p>
            <a:pPr lvl="1"/>
            <a:r>
              <a:t>不及格率：8.5%（目标&lt;10%）✓</a:t>
            </a:r>
          </a:p>
          <a:p>
            <a:pPr lvl="1"/>
            <a:r>
              <a:t>挂科重修率：15%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三、预警情况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一级预警：156人（已全部约谈）</a:t>
            </a:r>
          </a:p>
          <a:p>
            <a:pPr lvl="1"/>
            <a:r>
              <a:t>二级预警：34人（含PIP计划）</a:t>
            </a:r>
          </a:p>
          <a:p>
            <a:pPr lvl="1"/>
            <a:r>
              <a:t>三级预警：8人（留级评估中）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四、毕业论文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答辩通过率：94%</a:t>
            </a:r>
          </a:p>
          <a:p>
            <a:pPr lvl="1"/>
            <a:r>
              <a:t>优秀论文：45篇（占比7.7%）</a:t>
            </a:r>
          </a:p>
          <a:p>
            <a:pPr lvl="1"/>
            <a:r>
              <a:t>查重超标返修：23篇</a:t>
            </a:r>
          </a:p>
          <a:p>
            <a:pPr lvl="1"/>
            <a:r>
              <a:t>平均查重率：8.3%（目标&lt;15%）✓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五、质量改进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引入AI辅助学业预警系统</a:t>
            </a:r>
          </a:p>
          <a:p>
            <a:pPr lvl="1"/>
            <a:r>
              <a:t>推进双导师制（校内+企业）</a:t>
            </a:r>
          </a:p>
          <a:p>
            <a:pPr lvl="1"/>
            <a:r>
              <a:t>扩大国际交流项目名额至80人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