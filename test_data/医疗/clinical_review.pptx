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临床质量月度评审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一、患者安全指标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院内感染率：1.2‰（目标&lt;2‰）✓</a:t>
            </a:r>
          </a:p>
          <a:p>
            <a:pPr lvl="1"/>
            <a:r>
              <a:t>药物不良事件发生率：0.8%</a:t>
            </a:r>
          </a:p>
          <a:p>
            <a:pPr lvl="1"/>
            <a:r>
              <a:t>高警示药品错误：0例</a:t>
            </a:r>
          </a:p>
          <a:p>
            <a:pPr lvl="1"/>
            <a:r>
              <a:t>30天再入院率：8.3%（目标&lt;10%）✓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二、慢病管理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高血压患者血压达标率：72%（目标&gt;70%）✓</a:t>
            </a:r>
          </a:p>
          <a:p>
            <a:pPr lvl="1"/>
            <a:r>
              <a:t>糖尿病HbA1c&lt;7%达标率：58%（目标&gt;60%）—未达标</a:t>
            </a:r>
          </a:p>
          <a:p>
            <a:pPr lvl="1"/>
            <a:r>
              <a:t>糖尿病患者随访按时率：75%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三、重点预警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失访患者：23例（其中高风险12例，已启动外呼）</a:t>
            </a:r>
          </a:p>
          <a:p>
            <a:pPr lvl="1"/>
            <a:r>
              <a:t>HbA1c&gt;9%患者：18例，均已启动胰岛素治疗评估</a:t>
            </a:r>
          </a:p>
          <a:p>
            <a:pPr lvl="1"/>
            <a:r>
              <a:t>5例多重耐药菌患者已隔离处置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四、质量改进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启动糖尿病达标率提升专项：增加营养师联合门诊</a:t>
            </a:r>
          </a:p>
          <a:p>
            <a:pPr lvl="1"/>
            <a:r>
              <a:t>优化不良事件上报流程：引入电子化实时上报系统</a:t>
            </a:r>
          </a:p>
          <a:p>
            <a:pPr lvl="1"/>
            <a:r>
              <a:t>开展手卫生专项检查：合规率从85%提升至93%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