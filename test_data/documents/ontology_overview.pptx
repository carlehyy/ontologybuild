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Ontology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LLM-driven knowledge extraction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Supplier</a:t>
            </a:r>
          </a:p>
          <a:p>
            <a:r>
              <a:t>Purchase Order</a:t>
            </a:r>
          </a:p>
          <a:p>
            <a:r>
              <a:t>Warehouse</a:t>
            </a:r>
          </a:p>
          <a:p>
            <a:r>
              <a:t>Logistics Provider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