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营销季度业务评审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一、获客情况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本季MQL：547个（目标500）✓</a:t>
            </a:r>
          </a:p>
          <a:p>
            <a:pPr lvl="1"/>
            <a:r>
              <a:t>赢单率：25%（目标22%）✓</a:t>
            </a:r>
          </a:p>
          <a:p>
            <a:pPr lvl="1"/>
            <a:r>
              <a:t>新增ARR：2,340万</a:t>
            </a:r>
          </a:p>
          <a:p>
            <a:pPr lvl="1"/>
            <a:r>
              <a:t>平均成交周期：42天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二、客户健康度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S级客户健康度平均：81分（目标≥75）✓</a:t>
            </a:r>
          </a:p>
          <a:p>
            <a:pPr lvl="1"/>
            <a:r>
              <a:t>A级：72分（目标≥65）✓</a:t>
            </a:r>
          </a:p>
          <a:p>
            <a:pPr lvl="1"/>
            <a:r>
              <a:t>红色预警客户：8家（需立即介入）</a:t>
            </a:r>
          </a:p>
          <a:p>
            <a:pPr lvl="1"/>
            <a:r>
              <a:t>NPS：42（目标≥40）✓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三、续约情况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Q1续约率：91%（目标90%）✓</a:t>
            </a:r>
          </a:p>
          <a:p>
            <a:pPr lvl="1"/>
            <a:r>
              <a:t>流失ARR：350万（含2家S级客户）</a:t>
            </a:r>
          </a:p>
          <a:p>
            <a:pPr lvl="1"/>
            <a:r>
              <a:t>高风险续约（T-90天内）：12家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四、渠道效率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最优渠道：转介绍（ROI 8.5x）</a:t>
            </a:r>
          </a:p>
          <a:p>
            <a:pPr lvl="1"/>
            <a:r>
              <a:t>表现最差：线下活动（CAC 15万，超标）</a:t>
            </a:r>
          </a:p>
          <a:p>
            <a:pPr lvl="1"/>
            <a:r>
              <a:t>SEM CAC：3.2万，接近阈值，预警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五、下季度计划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启动S级客户专项扩展计划（目标增扩ARR 800万）</a:t>
            </a:r>
          </a:p>
          <a:p>
            <a:pPr lvl="1"/>
            <a:r>
              <a:t>下线低效线下活动，预算转至内容营销</a:t>
            </a:r>
          </a:p>
          <a:p>
            <a:pPr lvl="1"/>
            <a:r>
              <a:t>新增行业解决方案白皮书3篇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